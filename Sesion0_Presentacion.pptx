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E2D6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731520"/>
            <a:ext cx="2194560" cy="2194560"/>
          </a:xfrm>
          <a:prstGeom prst="ellipse">
            <a:avLst/>
          </a:prstGeom>
          <a:solidFill>
            <a:srgbClr val="F5C842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3200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2" y="438912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CAPACITACIÓN 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Taller de IA Aplicada al Trabajo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640080" y="2971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 · Fundamentos de IA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Expert Academy  ·  Sesión introductoria compartida (Grupos A, B y C)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4919472"/>
            <a:ext cx="512064" cy="512064"/>
          </a:xfrm>
          <a:prstGeom prst="ellipse">
            <a:avLst/>
          </a:prstGeom>
          <a:solidFill>
            <a:srgbClr val="F5C84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502005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495604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Instructora: Liliana Bayona Castañeda  ·  Vitaminas Tecnológicas  ·  Ref. TEM-EEA-001-2026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recorrer hoy?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— Mentimeter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71600" y="2148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encuadre: tu punto de partida con la IA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41832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80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IA generativa?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371600" y="3063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central, analogía y roles que puede cumplir la IA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del prompting — RITA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371600" y="3977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Rol, Interacción, Tarea, Adaptabilidad + ejercicio guiado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41832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091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7160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riesgos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371600" y="4892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Alucinaciones, confidencialidad y criterio de uso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418320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40080" y="54864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2356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716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— Kahoot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1371600" y="5806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 de lo aprendido (si el tiempo lo permite)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418320" y="5532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total: 2 horas  ·  14 participantes + instructora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INSTRUCTORA</a:t>
            </a:r>
            <a:endParaRPr lang="en-US" sz="1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377440" cy="237744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720" y="1554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Mg. Liliana Bayona Castañeda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47472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 EN TECNOLOGÍA E IA  ·  VITAMINAS TECNOLÓGICAS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474720" y="260604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Ingeniera de Sistemas y Magíster en Gestión de la Información (Universitat Politècnica de València, España — becaria PRONABEC). Docente universitaria en UCV (Algoritmos, Gestión de Proyectos, Metodología de Investigación). Especialista en gestión de calidad e información, con experiencia en ISO 9001, Power BI y SharePoint en proyectos de infraestructura.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474720" y="4297680"/>
            <a:ext cx="3502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74720" y="429768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Gestión de la Información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114032" y="4297680"/>
            <a:ext cx="2075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14032" y="4297680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de Sistemas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326880" y="4297680"/>
            <a:ext cx="16367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0" y="4297680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74720" y="4800600"/>
            <a:ext cx="38313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800600"/>
            <a:ext cx="3831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en Calidad ISO 9001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43216" y="4800600"/>
            <a:ext cx="28437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43216" y="4800600"/>
            <a:ext cx="2843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@vitaminas_tecnologicas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21B3A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54864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través de Vitaminas Tecnológicas, acompaña a equipos de trabajo en la adopción práctica de IA generativa: sin tecnicismos y con foco en resolver tareas reales del día a día.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· ENCUESTA DE ENCUADRE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cuéntanos sobre ti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desde tu celular en menti.com con el código que verás en pantalla. Solo toma 2 minutos.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514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Nube de palabras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palabra: ¿qué es la IA para ti?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</p:sp>
      <p:sp>
        <p:nvSpPr>
          <p:cNvPr id="11" name="Shape 8"/>
          <p:cNvSpPr/>
          <p:nvPr/>
        </p:nvSpPr>
        <p:spPr>
          <a:xfrm>
            <a:off x="662940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146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Escala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2940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¿Usas herramientas de IA en tu trabajo diario? (de acuerdo / en desacuerdo)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</p:sp>
      <p:sp>
        <p:nvSpPr>
          <p:cNvPr id="16" name="Shape 12"/>
          <p:cNvSpPr/>
          <p:nvPr/>
        </p:nvSpPr>
        <p:spPr>
          <a:xfrm>
            <a:off x="82296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8463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Opción múltiple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2296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de estas herramientas has usado al menos una vez: ChatGPT, Gemini, Claude?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</p:sp>
      <p:sp>
        <p:nvSpPr>
          <p:cNvPr id="21" name="Shape 16"/>
          <p:cNvSpPr/>
          <p:nvPr/>
        </p:nvSpPr>
        <p:spPr>
          <a:xfrm>
            <a:off x="662940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84632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Pregunta abierta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62940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una tarea repetitiva de tu día a día que te quita tiempo. Escríbela.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FUNDAMENTOS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la IA generativa?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E2D6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6126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IA generativa no “sabe” cosas como una base de datos.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la palabra más probable que sigue, según patrones aprendidos de enormes cantidades de texto.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entiende lenguaje natural, contexto y matices — pero también por eso puede inventar con total seguridad (“alucinar”).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828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5C842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analogía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5146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como el autocompletado de tu celular, pero con memoria de todo lo escrito en internet y la capacidad de razonar varios pasos hacia adelante.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magia ni “una persona adentro”: es un sistema de predicción extremadamente sofisticado.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MARCO DE REFERENCIA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rol cumple la IA en cada tarea?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útil que comparar herramientas es pensar en el rol que necesitas que cumpla la IA. A mayor rol “creador”, mayor responsabilidad de revisión de tu parte.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 y analiza lo que tú produces, sin decidir.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Revisar un correo ya escrito y detectar tono o errores.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Informador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información organizada, sin sugerir acción.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634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Listar plantillas de mensajes de seguimiento por tipo de lead.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96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 y responde de forma reactiva.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496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Simular la respuesta de una alumna para practicar un guión.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 en la ejecución, sin tomar el control.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Resumir el estado semanal de leads o de matrícula.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experto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 con criterio especializado.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634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Sugerir cómo estructurar una encuesta de nivelación.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210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496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contenido o soluciones de forma autónoma.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496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Redactar variaciones de copy para testeo A/B.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BLOQUE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IA no reemplaza tu cerebro: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amplifica tus hábitos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E2D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pereza cognitiva...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la amplifica: decisiones opacas (“lo dijo la IA”), productos bonitos pero falsos, sesgos amplificados.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5C842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curiosidad y criterio...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también los amplifica: mejor pensamiento (no menos), más opciones (no decisiones automáticas), más creatividad.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EL ARTE DEL PROMPTING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RITA para estructurar tu prompt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debe ser la IA? Define el rol o personaje que debe asumir para esta tarea.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65760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debe interactuar contigo? Indica si debe preguntar antes de responder.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tiene que hacer, exactamente? Usa verbos de acción y describe el entregable.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097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0976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adapta a tu contexto? Tono, extensión, idioma, nivel del público.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RITA EN ACCIÓN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EEA: correo de traspaso Comercial → Académico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4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RITA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para pasar un alumno a académico”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697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6974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“Eres parte del equipo comercial de Elite Expert Academy, academia online de estética avanzada.”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246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14600" y="324612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 falta algún dato de la alumna, pregúntamelo antes de redactar el correo.”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14600" y="379476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formal de traspaso al área académica: nombre, curso, fecha de inicio y nivel previo.”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Adaptabilidad: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14600" y="43434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“Tono profesional y cálido, máximo 120 palabras, en español.”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6F4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5148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RITA — resultado en vivo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Ejecutamos este prompt en vivo en Claude y comparamos el resultado con el prompt sin RITA.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PRÁCTICA GUIADA (20 MIN)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 tu prompt con RITA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trabaja sobre un caso propio. Escribe tu prompt en el chat de Zoom/Meet — la instructora ejecutará algunos en vivo.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 mensaje de reactivación para un lead frío de hace 15 días.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21B3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una respuesta estándar a una alumna que pregunta por su historial de pagos.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6676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3 variaciones de copy para un anuncio de un webinar gratuito.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LÍMITES Y RIESGOS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riesgos, en términos simples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17627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inventar datos, nombres, cifras o fuentes con total seguridad, sin avisar que no está segura.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cualquier dato concreto que genere la IA debe verificarse antes de usarse.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8912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</p:sp>
      <p:sp>
        <p:nvSpPr>
          <p:cNvPr id="12" name="Shape 9"/>
          <p:cNvSpPr/>
          <p:nvPr/>
        </p:nvSpPr>
        <p:spPr>
          <a:xfrm>
            <a:off x="466344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17627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escribes en una IA puede no ser privado, según la herramienta y configuración.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66344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</p:sp>
      <p:sp>
        <p:nvSpPr>
          <p:cNvPr id="17" name="Text 13"/>
          <p:cNvSpPr/>
          <p:nvPr/>
        </p:nvSpPr>
        <p:spPr>
          <a:xfrm>
            <a:off x="466344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EEA: nunca compartir datos personales completos de alumnos, finanzas internas, ni contraseñas.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</p:sp>
      <p:sp>
        <p:nvSpPr>
          <p:cNvPr id="19" name="Shape 15"/>
          <p:cNvSpPr/>
          <p:nvPr/>
        </p:nvSpPr>
        <p:spPr>
          <a:xfrm>
            <a:off x="850392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2176272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0392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50392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acelera, no reemplaza el criterio. Si no puedes explicar lo que generó, no lo envíes tal cual.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50392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</p:sp>
      <p:sp>
        <p:nvSpPr>
          <p:cNvPr id="24" name="Text 19"/>
          <p:cNvSpPr/>
          <p:nvPr/>
        </p:nvSpPr>
        <p:spPr>
          <a:xfrm>
            <a:off x="850392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revisa, valida y aporta criterio — siempre.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SESIÓN 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5C84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Kahoot — autoevaluación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preguntas sobre lo visto hoy. Disponible también en el Google Site como repaso.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E2D6B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 EEA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colaborativo en el Google Site del curso — se construye sesión por sesión con los prompts validados.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sesiones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7724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 — Ventas, gestión y reportes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8912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772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1772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61772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B2 — Material didáctico y coordinación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22960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582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5820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C2 — Contenido y análisis de métricas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@vitaminas_tecnologicas  ·  TEM-EEA-001-2026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0 - Fundamentos de IA - Elite Expert Academy</dc:title>
  <dc:subject>PptxGenJS Presentation</dc:subject>
  <dc:creator>Liliana Bayona Castañeda</dc:creator>
  <cp:lastModifiedBy>Liliana Bayona Castañeda</cp:lastModifiedBy>
  <cp:revision>1</cp:revision>
  <dcterms:created xsi:type="dcterms:W3CDTF">2026-06-13T05:44:48Z</dcterms:created>
  <dcterms:modified xsi:type="dcterms:W3CDTF">2026-06-13T05:44:48Z</dcterms:modified>
</cp:coreProperties>
</file>