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567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24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6/13/26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645920"/>
            <a:ext cx="4572000" cy="4572000"/>
          </a:xfrm>
          <a:prstGeom prst="ellipse">
            <a:avLst/>
          </a:prstGeom>
          <a:solidFill>
            <a:srgbClr val="1E2D6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10607040" y="-731520"/>
            <a:ext cx="2194560" cy="2194560"/>
          </a:xfrm>
          <a:prstGeom prst="ellipse">
            <a:avLst/>
          </a:prstGeom>
          <a:solidFill>
            <a:srgbClr val="F5C842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10927080" y="320040"/>
            <a:ext cx="1092322" cy="102401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1036" y="464911"/>
            <a:ext cx="698029" cy="69802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VITAMINAS TECNOLÓGICAS  ·  CAPACITACIÓN IA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182880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Taller de IA Aplicada al Trabajo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640080" y="29718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Sesión 0 · Fundamentos de IA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 Expert Academy  ·  Sesión introductoria compartida (Grupos A, B y C)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40080" y="4919472"/>
            <a:ext cx="512064" cy="512064"/>
          </a:xfrm>
          <a:prstGeom prst="ellipse">
            <a:avLst/>
          </a:prstGeom>
          <a:solidFill>
            <a:srgbClr val="F5C842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5020056"/>
            <a:ext cx="310896" cy="31089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25880" y="4956048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Instructora: Liliana Bayona Castañeda  ·  Vitaminas Tecnológicas  ·  Ref. TEM-EEA-001-2026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2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vamos a recorrer hoy?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48640" cy="548640"/>
          </a:xfrm>
          <a:prstGeom prst="ellipse">
            <a:avLst/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659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1783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 — Mentimeter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371600" y="21488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 de encuadre: tu punto de partida con la IA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9418320" y="1874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2743200"/>
            <a:ext cx="548640" cy="548640"/>
          </a:xfrm>
          <a:prstGeom prst="ellipse">
            <a:avLst/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2697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la IA generativa?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371600" y="30632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central, analogía y roles que puede cumplir la IA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9418320" y="2788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40080" y="3657600"/>
            <a:ext cx="548640" cy="548640"/>
          </a:xfrm>
          <a:prstGeom prst="ellipse">
            <a:avLst/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9476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3611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arte del prompting — RITA</a:t>
            </a:r>
            <a:endParaRPr lang="en-US" sz="1700" dirty="0"/>
          </a:p>
        </p:txBody>
      </p:sp>
      <p:sp>
        <p:nvSpPr>
          <p:cNvPr id="17" name="Text 12"/>
          <p:cNvSpPr/>
          <p:nvPr/>
        </p:nvSpPr>
        <p:spPr>
          <a:xfrm>
            <a:off x="1371600" y="3977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Rol, Interacción, Tarea, Adaptabilidad + ejercicio guiado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9418320" y="3703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40080" y="4572000"/>
            <a:ext cx="548640" cy="548640"/>
          </a:xfrm>
          <a:prstGeom prst="ellipse">
            <a:avLst/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70916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371600" y="4526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Límites y riesgos</a:t>
            </a:r>
            <a:endParaRPr lang="en-US" sz="1700" dirty="0"/>
          </a:p>
        </p:txBody>
      </p:sp>
      <p:sp>
        <p:nvSpPr>
          <p:cNvPr id="22" name="Text 16"/>
          <p:cNvSpPr/>
          <p:nvPr/>
        </p:nvSpPr>
        <p:spPr>
          <a:xfrm>
            <a:off x="1371600" y="48920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Alucinaciones, confidencialidad y criterio de uso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9418320" y="4617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40080" y="5486400"/>
            <a:ext cx="548640" cy="548640"/>
          </a:xfrm>
          <a:prstGeom prst="ellipse">
            <a:avLst/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62356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371600" y="5440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— Kahoot</a:t>
            </a:r>
            <a:endParaRPr lang="en-US" sz="1700" dirty="0"/>
          </a:p>
        </p:txBody>
      </p:sp>
      <p:sp>
        <p:nvSpPr>
          <p:cNvPr id="27" name="Text 20"/>
          <p:cNvSpPr/>
          <p:nvPr/>
        </p:nvSpPr>
        <p:spPr>
          <a:xfrm>
            <a:off x="1371600" y="58064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Autoevaluación de lo aprendido (si el tiempo lo permite)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9418320" y="55321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Duración total: 2 horas  ·  14 participantes + instructora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LA INSTRUCTORA</a:t>
            </a:r>
            <a:endParaRPr lang="en-US" sz="13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996" y="1312333"/>
            <a:ext cx="2985347" cy="2985347"/>
          </a:xfrm>
          <a:prstGeom prst="ellipse">
            <a:avLst/>
          </a:prstGeom>
        </p:spPr>
      </p:pic>
      <p:sp>
        <p:nvSpPr>
          <p:cNvPr id="4" name="Text 1"/>
          <p:cNvSpPr/>
          <p:nvPr/>
        </p:nvSpPr>
        <p:spPr>
          <a:xfrm>
            <a:off x="3474720" y="1554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Mg. Liliana Bayona Castañeda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3474720" y="2103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CONSULTORA EN TECNOLOGÍA E IA  ·  VITAMINAS TECNOLÓGICAS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3474720" y="2606040"/>
            <a:ext cx="8046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Ingeniera de Sistemas y Magíster en Gestión de la Información (Universitat Politècnica de Valencia, España). Docente universitaria en UCV (Algoritmos, Gestión de Proyectos, Metodología de Investigación). Especialista en gestión de calidad e información, con experiencia en ISO 9001, Power BI y SharePoint en proyectos de infraestructura.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474720" y="4297680"/>
            <a:ext cx="35021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5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3474720" y="4297680"/>
            <a:ext cx="3502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Mg. Gestión de la Información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114032" y="4297680"/>
            <a:ext cx="207568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5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7114032" y="4297680"/>
            <a:ext cx="2075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de Sistemas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9326880" y="4297680"/>
            <a:ext cx="163677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5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ext 9"/>
          <p:cNvSpPr/>
          <p:nvPr/>
        </p:nvSpPr>
        <p:spPr>
          <a:xfrm>
            <a:off x="9326880" y="4297680"/>
            <a:ext cx="1636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474720" y="4800600"/>
            <a:ext cx="383133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5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1"/>
          <p:cNvSpPr/>
          <p:nvPr/>
        </p:nvSpPr>
        <p:spPr>
          <a:xfrm>
            <a:off x="3474720" y="4800600"/>
            <a:ext cx="3831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Especialista en Calidad ISO 9001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443216" y="4800600"/>
            <a:ext cx="284378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5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ext 13"/>
          <p:cNvSpPr/>
          <p:nvPr/>
        </p:nvSpPr>
        <p:spPr>
          <a:xfrm>
            <a:off x="7443216" y="4800600"/>
            <a:ext cx="2843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@vitaminas_tecnologicas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121B3A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8" name="Text 15"/>
          <p:cNvSpPr/>
          <p:nvPr/>
        </p:nvSpPr>
        <p:spPr>
          <a:xfrm>
            <a:off x="731520" y="548640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través de Vitaminas Tecnológicas, </a:t>
            </a:r>
            <a:r>
              <a:rPr lang="en-US" sz="1600" i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acompaño</a:t>
            </a: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 equipos de trabajo en la adopción práctica de IA generativa: sin tecnicismos y con foco en resolver tareas reales del día a día.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 · ENCUESTA DE ENCUADRE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2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empezar, cuéntanos sobre ti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desde tu celular en menti.com con el código que verás en pantalla. Solo toma 2 minutos.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257800" cy="2103120"/>
          </a:xfrm>
          <a:prstGeom prst="roundRect">
            <a:avLst>
              <a:gd name="adj" fmla="val 3478"/>
            </a:avLst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Shape 4"/>
          <p:cNvSpPr/>
          <p:nvPr/>
        </p:nvSpPr>
        <p:spPr>
          <a:xfrm>
            <a:off x="822960" y="237744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51460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4231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Nube de palabras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30175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una palabra: ¿qué es la IA para ti?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55080" y="2103120"/>
            <a:ext cx="5257800" cy="2103120"/>
          </a:xfrm>
          <a:prstGeom prst="roundRect">
            <a:avLst>
              <a:gd name="adj" fmla="val 3478"/>
            </a:avLst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1" name="Shape 8"/>
          <p:cNvSpPr/>
          <p:nvPr/>
        </p:nvSpPr>
        <p:spPr>
          <a:xfrm>
            <a:off x="6629400" y="237744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251460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315200" y="24231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Escala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629400" y="30175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¿Usas herramientas de IA en tu trabajo diario? (de acuerdo / en desacuerdo)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548640" y="4434840"/>
            <a:ext cx="5257800" cy="2103120"/>
          </a:xfrm>
          <a:prstGeom prst="roundRect">
            <a:avLst>
              <a:gd name="adj" fmla="val 3478"/>
            </a:avLst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6" name="Shape 12"/>
          <p:cNvSpPr/>
          <p:nvPr/>
        </p:nvSpPr>
        <p:spPr>
          <a:xfrm>
            <a:off x="822960" y="470916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84632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08760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Opción múltiple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822960" y="53492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de estas herramientas has usado al menos una vez: ChatGPT, Gemini, Claude?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6355080" y="4434840"/>
            <a:ext cx="5257800" cy="2103120"/>
          </a:xfrm>
          <a:prstGeom prst="roundRect">
            <a:avLst>
              <a:gd name="adj" fmla="val 3478"/>
            </a:avLst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1" name="Shape 16"/>
          <p:cNvSpPr/>
          <p:nvPr/>
        </p:nvSpPr>
        <p:spPr>
          <a:xfrm>
            <a:off x="6629400" y="470916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4846320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315200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Pregunta abierta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6629400" y="53492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Piensa en una tarea repetitiva de tu día a día que te quita tiempo. Escríbela.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FUNDAMENTOS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es la IA generativa?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6766560" cy="4206240"/>
          </a:xfrm>
          <a:prstGeom prst="roundRect">
            <a:avLst>
              <a:gd name="adj" fmla="val 1739"/>
            </a:avLst>
          </a:prstGeom>
          <a:solidFill>
            <a:srgbClr val="1E2D6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61264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IA generativa no “sabe” cosas como una base de datos.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Predice la palabra más probable que sigue, según patrones aprendidos de enormes cantidades de texto.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entiende lenguaje natural, contexto y matices — pero también por eso puede inventar con total seguridad (“alucinar”).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543800" y="1828800"/>
            <a:ext cx="4114800" cy="4206240"/>
          </a:xfrm>
          <a:prstGeom prst="roundRect">
            <a:avLst>
              <a:gd name="adj" fmla="val 1778"/>
            </a:avLst>
          </a:prstGeom>
          <a:solidFill>
            <a:srgbClr val="F5C842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7" name="Text 5"/>
          <p:cNvSpPr/>
          <p:nvPr/>
        </p:nvSpPr>
        <p:spPr>
          <a:xfrm>
            <a:off x="7863840" y="2057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analogía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863840" y="251460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12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 como el autocompletado de tu celular, pero con memoria de todo lo escrito en internet y la capacidad de razonar varios pasos hacia adelante.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863840" y="429768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magia ni “una persona adentro”: es un sistema de predicción extremadamente sofisticado.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MARCO DE REFERENCIA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2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rol cumple la IA en cada tarea?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útil que comparar herramientas es pensar en el rol que necesitas que cumpla la IA. A mayor rol “creador”, mayor responsabilidad de revisión de tu parte.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3657600" cy="1783080"/>
          </a:xfrm>
          <a:prstGeom prst="roundRect">
            <a:avLst>
              <a:gd name="adj" fmla="val 3077"/>
            </a:avLst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777240" y="2194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Espejo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5603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Refleja y analiza lo que tú produces, sin decidir.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77240" y="31089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EEA: Revisar un correo ya escrito y detectar tono o errores.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34840" y="2057400"/>
            <a:ext cx="3657600" cy="1783080"/>
          </a:xfrm>
          <a:prstGeom prst="roundRect">
            <a:avLst>
              <a:gd name="adj" fmla="val 3077"/>
            </a:avLst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/>
          <p:nvPr/>
        </p:nvSpPr>
        <p:spPr>
          <a:xfrm>
            <a:off x="4663440" y="2194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Informador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63440" y="25603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información organizada, sin sugerir acción.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663440" y="31089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EEA: Listar plantillas de mensajes de seguimiento por tipo de lead.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321040" y="2057400"/>
            <a:ext cx="3657600" cy="1783080"/>
          </a:xfrm>
          <a:prstGeom prst="roundRect">
            <a:avLst>
              <a:gd name="adj" fmla="val 3077"/>
            </a:avLst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549640" y="2194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Interlocutor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549640" y="25603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 y responde de forma reactiva.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549640" y="31089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EEA: Simular la respuesta de una alumna para practicar un guión.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4069080"/>
            <a:ext cx="3657600" cy="1783080"/>
          </a:xfrm>
          <a:prstGeom prst="roundRect">
            <a:avLst>
              <a:gd name="adj" fmla="val 3077"/>
            </a:avLst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8" name="Text 16"/>
          <p:cNvSpPr/>
          <p:nvPr/>
        </p:nvSpPr>
        <p:spPr>
          <a:xfrm>
            <a:off x="777240" y="4206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77240" y="45720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 en la ejecución, sin tomar el control.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77240" y="51206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EEA: Resumir el estado semanal de leads o de matrícula.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434840" y="4069080"/>
            <a:ext cx="3657600" cy="1783080"/>
          </a:xfrm>
          <a:prstGeom prst="roundRect">
            <a:avLst>
              <a:gd name="adj" fmla="val 3077"/>
            </a:avLst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2" name="Text 20"/>
          <p:cNvSpPr/>
          <p:nvPr/>
        </p:nvSpPr>
        <p:spPr>
          <a:xfrm>
            <a:off x="4663440" y="4206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 experto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663440" y="45720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 con criterio especializado.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663440" y="51206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EEA: Sugerir cómo estructurar una encuesta de nivelación.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321040" y="4069080"/>
            <a:ext cx="3657600" cy="1783080"/>
          </a:xfrm>
          <a:prstGeom prst="roundRect">
            <a:avLst>
              <a:gd name="adj" fmla="val 3077"/>
            </a:avLst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6" name="Text 24"/>
          <p:cNvSpPr/>
          <p:nvPr/>
        </p:nvSpPr>
        <p:spPr>
          <a:xfrm>
            <a:off x="8549640" y="4206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Creador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549640" y="45720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contenido o soluciones de forma autónoma.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549640" y="51206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EEA: Redactar variaciones de copy para testeo A/B.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DEL BLOQUE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IA no reemplaza tu cerebro: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0574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amplifica tus hábitos</a:t>
            </a:r>
            <a:endParaRPr lang="en-US" sz="50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5394960" cy="2377440"/>
          </a:xfrm>
          <a:prstGeom prst="roundRect">
            <a:avLst>
              <a:gd name="adj" fmla="val 3077"/>
            </a:avLst>
          </a:prstGeom>
          <a:solidFill>
            <a:srgbClr val="1E2D6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914400" y="3931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tus hábitos son pereza cognitiva...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448056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...la IA la amplifica: decisiones opacas (“lo dijo la IA”), productos bonitos pero falsos, sesgos amplificados.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63640" y="3657600"/>
            <a:ext cx="5394960" cy="2377440"/>
          </a:xfrm>
          <a:prstGeom prst="roundRect">
            <a:avLst>
              <a:gd name="adj" fmla="val 3077"/>
            </a:avLst>
          </a:prstGeom>
          <a:solidFill>
            <a:srgbClr val="F5C842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6629400" y="3931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tus hábitos son curiosidad y criterio...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629400" y="448056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...la IA también los amplifica: mejor pensamiento (no menos), más opciones (no decisiones automáticas), más creatividad.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EL ARTE DEL PROMPTING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2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 RITA para estructurar tu prompt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697480" cy="4023360"/>
          </a:xfrm>
          <a:prstGeom prst="roundRect">
            <a:avLst>
              <a:gd name="adj" fmla="val 2712"/>
            </a:avLst>
          </a:prstGeom>
          <a:solidFill>
            <a:srgbClr val="1E2D6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731520" y="33375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886200"/>
            <a:ext cx="2331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¿Quién debe ser la IA? Define el rol o personaje que debe asumir para esta tarea.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74720" y="1920240"/>
            <a:ext cx="2697480" cy="4023360"/>
          </a:xfrm>
          <a:prstGeom prst="roundRect">
            <a:avLst>
              <a:gd name="adj" fmla="val 2712"/>
            </a:avLst>
          </a:prstGeom>
          <a:solidFill>
            <a:srgbClr val="121B3A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3474720" y="214884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3657600" y="33375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Interacción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657600" y="3886200"/>
            <a:ext cx="2331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debe interactuar contigo? Indica si debe preguntar antes de responder.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0" y="1920240"/>
            <a:ext cx="2697480" cy="4023360"/>
          </a:xfrm>
          <a:prstGeom prst="roundRect">
            <a:avLst>
              <a:gd name="adj" fmla="val 2712"/>
            </a:avLst>
          </a:prstGeom>
          <a:solidFill>
            <a:srgbClr val="1E2D6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6400800" y="214884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6583680" y="33375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83680" y="3886200"/>
            <a:ext cx="2331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tiene que hacer, exactamente? Usa verbos de acción y describe el entregable.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326880" y="1920240"/>
            <a:ext cx="2697480" cy="4023360"/>
          </a:xfrm>
          <a:prstGeom prst="roundRect">
            <a:avLst>
              <a:gd name="adj" fmla="val 2712"/>
            </a:avLst>
          </a:prstGeom>
          <a:solidFill>
            <a:srgbClr val="121B3A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/>
          <p:nvPr/>
        </p:nvSpPr>
        <p:spPr>
          <a:xfrm>
            <a:off x="9326880" y="214884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6000" dirty="0"/>
          </a:p>
        </p:txBody>
      </p:sp>
      <p:sp>
        <p:nvSpPr>
          <p:cNvPr id="18" name="Text 16"/>
          <p:cNvSpPr/>
          <p:nvPr/>
        </p:nvSpPr>
        <p:spPr>
          <a:xfrm>
            <a:off x="9509760" y="33375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Adaptabilidad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509760" y="3886200"/>
            <a:ext cx="2331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se adapta a tu contexto? Tono, extensión, idioma, nivel del público.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RITA EN ACCIÓN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2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 EEA: correo de traspaso Comercial → Académico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FBE6E8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777240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C84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RITA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“Escribe un correo para pasar un alumno a académico”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697480"/>
            <a:ext cx="457200" cy="457200"/>
          </a:xfrm>
          <a:prstGeom prst="ellipse">
            <a:avLst/>
          </a:prstGeom>
          <a:solidFill>
            <a:srgbClr val="1E2D6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2697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14600" y="269748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“Eres parte del equipo comercial de Elite Expert Academy, academia online de estética avanzada.”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246120"/>
            <a:ext cx="457200" cy="457200"/>
          </a:xfrm>
          <a:prstGeom prst="ellipse">
            <a:avLst/>
          </a:prstGeom>
          <a:solidFill>
            <a:srgbClr val="1E2D6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2" name="Text 10"/>
          <p:cNvSpPr/>
          <p:nvPr/>
        </p:nvSpPr>
        <p:spPr>
          <a:xfrm>
            <a:off x="54864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43000" y="32461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Interacción: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14600" y="324612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“Si falta algún dato de la alumna, pregúntamelo antes de redactar el correo.”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457200" cy="457200"/>
          </a:xfrm>
          <a:prstGeom prst="ellipse">
            <a:avLst/>
          </a:prstGeom>
          <a:solidFill>
            <a:srgbClr val="1E2D6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6" name="Text 14"/>
          <p:cNvSpPr/>
          <p:nvPr/>
        </p:nvSpPr>
        <p:spPr>
          <a:xfrm>
            <a:off x="548640" y="3794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43000" y="37947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Tarea: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514600" y="379476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“Escribe un correo formal de traspaso al área académica: nombre, curso, fecha de inicio y nivel previo.”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1E2D6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0" name="Text 18"/>
          <p:cNvSpPr/>
          <p:nvPr/>
        </p:nvSpPr>
        <p:spPr>
          <a:xfrm>
            <a:off x="5486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43000" y="4343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Adaptabilidad: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514600" y="434340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“Tono profesional y cálido, máximo 120 palabras, en español.”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029200"/>
            <a:ext cx="11064240" cy="1417320"/>
          </a:xfrm>
          <a:prstGeom prst="roundRect">
            <a:avLst>
              <a:gd name="adj" fmla="val 3871"/>
            </a:avLst>
          </a:prstGeom>
          <a:solidFill>
            <a:srgbClr val="E6F4EA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4" name="Text 22"/>
          <p:cNvSpPr/>
          <p:nvPr/>
        </p:nvSpPr>
        <p:spPr>
          <a:xfrm>
            <a:off x="777240" y="5148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RITA — resultado en vivo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Ejecutamos este prompt en vivo en Claude y comparamos el resultado con el prompt sin RITA.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PRÁCTICA GUIADA (20 MIN)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2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Construye tu prompt con RITA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grupo trabaja sobre un caso propio. Escribe tu prompt en el chat de Zoom/Meet — la instructora ejecutará algunos en vivo.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611880" cy="3840480"/>
          </a:xfrm>
          <a:prstGeom prst="roundRect">
            <a:avLst>
              <a:gd name="adj" fmla="val 2025"/>
            </a:avLst>
          </a:prstGeom>
          <a:solidFill>
            <a:srgbClr val="1E2D6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777240" y="23774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Grupo 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" y="29260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 Y SOPORTE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3566160"/>
            <a:ext cx="3154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Redacta un mensaje de reactivación para un lead frío de hace 15 días.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43400" y="2103120"/>
            <a:ext cx="3611880" cy="3840480"/>
          </a:xfrm>
          <a:prstGeom prst="roundRect">
            <a:avLst>
              <a:gd name="adj" fmla="val 2025"/>
            </a:avLst>
          </a:prstGeom>
          <a:solidFill>
            <a:srgbClr val="121B3A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/>
          <p:nvPr/>
        </p:nvSpPr>
        <p:spPr>
          <a:xfrm>
            <a:off x="4572000" y="23774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Grupo B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72000" y="29260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ACADÉMICO Y ADMINISTRATIVO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0" y="3566160"/>
            <a:ext cx="3154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Redacta una respuesta estándar a una alumna que pregunta por su historial de pagos.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38160" y="2103120"/>
            <a:ext cx="3611880" cy="3840480"/>
          </a:xfrm>
          <a:prstGeom prst="roundRect">
            <a:avLst>
              <a:gd name="adj" fmla="val 2025"/>
            </a:avLst>
          </a:prstGeom>
          <a:solidFill>
            <a:srgbClr val="1E2D6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366760" y="23774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Grupo C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366760" y="29260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TRÁFICO Y CREATIVO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366760" y="3566160"/>
            <a:ext cx="3154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Redacta 3 variaciones de copy para un anuncio de un webinar gratuito.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LÍMITES Y RIESGOS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2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riesgos, en términos simples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0" cy="4297680"/>
          </a:xfrm>
          <a:prstGeom prst="roundRect">
            <a:avLst>
              <a:gd name="adj" fmla="val 2000"/>
            </a:avLst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176272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346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Alucinaciones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22960" y="32918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puede inventar datos, nombres, cifras o fuentes con total seguridad, sin avisar que no está segura.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4800600"/>
            <a:ext cx="3108960" cy="9144"/>
          </a:xfrm>
          <a:prstGeom prst="rect">
            <a:avLst/>
          </a:prstGeom>
          <a:solidFill>
            <a:srgbClr val="E5E5EA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822960" y="49377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Regla: cualquier dato concreto que genere la IA debe verificarse antes de usarse.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89120" y="1737360"/>
            <a:ext cx="3657600" cy="4297680"/>
          </a:xfrm>
          <a:prstGeom prst="roundRect">
            <a:avLst>
              <a:gd name="adj" fmla="val 2000"/>
            </a:avLst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4663440" y="201168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2176272"/>
            <a:ext cx="310896" cy="31089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63440" y="28346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Confidencialidad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4663440" y="32918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escribes en una IA puede no ser privado, según la herramienta y configuración.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663440" y="4800600"/>
            <a:ext cx="3108960" cy="9144"/>
          </a:xfrm>
          <a:prstGeom prst="rect">
            <a:avLst/>
          </a:prstGeom>
          <a:solidFill>
            <a:srgbClr val="E5E5EA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7" name="Text 13"/>
          <p:cNvSpPr/>
          <p:nvPr/>
        </p:nvSpPr>
        <p:spPr>
          <a:xfrm>
            <a:off x="4663440" y="49377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EEA: nunca compartir datos personales completos de alumnos, finanzas internas, ni contraseñas.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229600" y="1737360"/>
            <a:ext cx="3657600" cy="4297680"/>
          </a:xfrm>
          <a:prstGeom prst="roundRect">
            <a:avLst>
              <a:gd name="adj" fmla="val 2000"/>
            </a:avLst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9" name="Shape 15"/>
          <p:cNvSpPr/>
          <p:nvPr/>
        </p:nvSpPr>
        <p:spPr>
          <a:xfrm>
            <a:off x="8503920" y="201168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2176272"/>
            <a:ext cx="310896" cy="31089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503920" y="28346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Dependencia</a:t>
            </a:r>
            <a:endParaRPr lang="en-US" sz="1800" dirty="0"/>
          </a:p>
        </p:txBody>
      </p:sp>
      <p:sp>
        <p:nvSpPr>
          <p:cNvPr id="22" name="Text 17"/>
          <p:cNvSpPr/>
          <p:nvPr/>
        </p:nvSpPr>
        <p:spPr>
          <a:xfrm>
            <a:off x="8503920" y="32918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acelera, no reemplaza el criterio. Si no puedes explicar lo que generó, no lo envíes tal cual.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8503920" y="4800600"/>
            <a:ext cx="3108960" cy="9144"/>
          </a:xfrm>
          <a:prstGeom prst="rect">
            <a:avLst/>
          </a:prstGeom>
          <a:solidFill>
            <a:srgbClr val="E5E5EA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4" name="Text 19"/>
          <p:cNvSpPr/>
          <p:nvPr/>
        </p:nvSpPr>
        <p:spPr>
          <a:xfrm>
            <a:off x="8503920" y="49377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Regla: revisa, valida y aporta criterio — siempre.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LA SESIÓN 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sigue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5C842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1031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2103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Kahoot — autoevaluación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68680" y="26974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preguntas sobre lo visto hoy. Disponible también en el Google Site como repaso.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63640" y="182880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1E2D6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6"/>
          <p:cNvSpPr/>
          <p:nvPr/>
        </p:nvSpPr>
        <p:spPr>
          <a:xfrm>
            <a:off x="6583680" y="2103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 de prompts EEA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583680" y="26974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colaborativo en el Google Site del curso — se construye sesión por sesión con los prompts validados.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" y="3886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Próximas sesiones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" y="4480560"/>
            <a:ext cx="3657600" cy="1737360"/>
          </a:xfrm>
          <a:prstGeom prst="roundRect">
            <a:avLst>
              <a:gd name="adj" fmla="val 4211"/>
            </a:avLst>
          </a:prstGeom>
          <a:solidFill>
            <a:srgbClr val="1E2D6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777240" y="4663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Grupo A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777240" y="5120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 y Soporte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77240" y="55321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· A2 — Ventas, gestión y reportes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389120" y="4480560"/>
            <a:ext cx="3657600" cy="1737360"/>
          </a:xfrm>
          <a:prstGeom prst="roundRect">
            <a:avLst>
              <a:gd name="adj" fmla="val 4211"/>
            </a:avLst>
          </a:prstGeom>
          <a:solidFill>
            <a:srgbClr val="1E2D6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4617720" y="4663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Grupo B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4617720" y="5120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Académico y Administrativo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617720" y="55321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· B2 — Material didáctico y coordinación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229600" y="4480560"/>
            <a:ext cx="3657600" cy="1737360"/>
          </a:xfrm>
          <a:prstGeom prst="roundRect">
            <a:avLst>
              <a:gd name="adj" fmla="val 4211"/>
            </a:avLst>
          </a:prstGeom>
          <a:solidFill>
            <a:srgbClr val="1E2D6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8458200" y="4663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Grupo C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8458200" y="5120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Tráfico y Creativo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458200" y="55321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 · C2 — Contenido y análisis de métricas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Vitaminas Tecnológicas  ·  @vitaminas_tecnologicas  ·  TEM-EEA-001-2026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1299</Words>
  <Application>Microsoft Macintosh PowerPoint</Application>
  <PresentationFormat>Panorámica</PresentationFormat>
  <Paragraphs>166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7" baseType="lpstr">
      <vt:lpstr>Aptos</vt:lpstr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Sesión 0 - Fundamentos de IA - Elite Expert Academy</dc:title>
  <dc:subject>PptxGenJS Presentation</dc:subject>
  <dc:creator>Liliana Bayona Castañeda</dc:creator>
  <cp:lastModifiedBy>Liliana Bayona</cp:lastModifiedBy>
  <cp:revision>6</cp:revision>
  <cp:lastPrinted>2026-06-13T06:18:14Z</cp:lastPrinted>
  <dcterms:created xsi:type="dcterms:W3CDTF">2026-06-13T05:44:48Z</dcterms:created>
  <dcterms:modified xsi:type="dcterms:W3CDTF">2026-06-13T06:18:16Z</dcterms:modified>
</cp:coreProperties>
</file>